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4FAE6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4F3E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Synthetic
(sanity check)</c:v>
                  </c:pt>
                  <c:pt idx="1">
                    <c:v>Real PKLot
(full val. set)</c:v>
                  </c:pt>
                  <c:pt idx="2">
                    <c:v>Real PKLot
(held-out spot-check)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</c:v>
                </c:pt>
                <c:pt idx="1">
                  <c:v>97.04</c:v>
                </c:pt>
                <c:pt idx="2">
                  <c:v>93.9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4F3E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09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33384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0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61A"/>
        </a:solidFill>
        <a:ln>
          <a:noFill/>
        </a:ln>
        <a:effectLst/>
      </c:spPr>
    </c:plotArea>
    <c:plotVisOnly val="1"/>
    <c:dispBlanksAs val="span"/>
  </c:chart>
  <c:spPr>
    <a:solidFill>
      <a:srgbClr val="14161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97880" y="2331720"/>
            <a:ext cx="128016" cy="128016"/>
          </a:xfrm>
          <a:prstGeom prst="ellipse">
            <a:avLst/>
          </a:prstGeom>
          <a:solidFill>
            <a:srgbClr val="4FAE6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06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PARKING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2461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OBJECT DETECTION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4023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CNN-Based Real-Time Occupancy Detection — Trained &amp; Validated on Real-World Data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0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 Presentation  ·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Drivers waste real time and money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searching for parking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24282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7432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FAE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77240" y="3749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U.S. drivers spend up to 15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per trip searching for parking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25112" y="246888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24282F"/>
          </a:solidFill>
          <a:ln/>
        </p:spPr>
      </p:sp>
      <p:sp>
        <p:nvSpPr>
          <p:cNvPr id="8" name="Text 6"/>
          <p:cNvSpPr/>
          <p:nvPr/>
        </p:nvSpPr>
        <p:spPr>
          <a:xfrm>
            <a:off x="4553712" y="27432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FAE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hrs / $345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53712" y="3749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American driver loses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year to parking search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01584" y="246888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24282F"/>
          </a:solidFill>
          <a:ln/>
        </p:spPr>
      </p:sp>
      <p:sp>
        <p:nvSpPr>
          <p:cNvPr id="11" name="Text 9"/>
          <p:cNvSpPr/>
          <p:nvPr/>
        </p:nvSpPr>
        <p:spPr>
          <a:xfrm>
            <a:off x="8330184" y="27432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FAE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hrs / $2,243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330184" y="3749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year for drivers in dense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cities like New York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T2 Systems driver survey, Jan 2026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every parking spot, live,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camera feed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7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photo
</a:t>
            </a:r>
            <a:pPr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crop each marked spot
</a:t>
            </a:r>
            <a:pPr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CNN classifies Empty / Occupied
</a:t>
            </a:r>
            <a:pPr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geometry check flags misparked cars
</a:t>
            </a:r>
            <a:pPr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REST API → mobile app</a:t>
            </a:r>
            <a:endParaRPr lang="en-US" sz="1700" dirty="0"/>
          </a:p>
        </p:txBody>
      </p:sp>
      <p:pic>
        <p:nvPicPr>
          <p:cNvPr id="5" name="Image 0" descr="report_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463040"/>
            <a:ext cx="2377440" cy="5239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first, then real PKLot 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24282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SYNTHETIC (sanity check)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generated lot images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labeled spot crops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the full pipeline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touching real data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24282F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REAL (PKLot dataset)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1,242 real lot photographs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70,684 labeled real parking spaces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 annotations → cropped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per-spot patches for training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small, fast CNN — one spot at a time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56692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F3E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Layer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F3E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Output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64×64×3 spot crop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Conv2D (32) + MaxPool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32×32×32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Conv2D (64) + MaxPool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16×16×64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Conv2D (128) + MaxPool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8×8×128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Dense (128) + Dropout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128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Dense (1, sigmoid)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B909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 / Occupied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8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0" y="2286000"/>
            <a:ext cx="5029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per-spot classification, not full-scene detection?
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spot is a small, independent decision — much cheaper to run in real time than detecting cars anywhere in a full frame. This is the same approach used in the PKLot / CNRPark-EXT research.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97.04% validation accuracy on real data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2194560"/>
          <a:ext cx="106984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Genuine model output on real photos</a:t>
            </a:r>
            <a:endParaRPr lang="en-US" sz="2800" dirty="0"/>
          </a:p>
        </p:txBody>
      </p:sp>
      <p:pic>
        <p:nvPicPr>
          <p:cNvPr id="4" name="Image 0" descr="demo/video_assets/lot1_annotat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03120"/>
            <a:ext cx="3840480" cy="3840480"/>
          </a:xfrm>
          <a:prstGeom prst="rect">
            <a:avLst/>
          </a:prstGeom>
        </p:spPr>
      </p:pic>
      <p:pic>
        <p:nvPicPr>
          <p:cNvPr id="5" name="Image 1" descr="demo/video_assets/lot0_annotat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3840480" cy="38404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51560" y="6080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E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40/40 correct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349240" y="6080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A3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24/28 correct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22960" y="649224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= empty   ·   Orange = occupied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a mobile app</a:t>
            </a:r>
            <a:endParaRPr lang="en-US" sz="2800" dirty="0"/>
          </a:p>
        </p:txBody>
      </p:sp>
      <p:pic>
        <p:nvPicPr>
          <p:cNvPr id="4" name="Image 0" descr="report_assets/app_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463040"/>
            <a:ext cx="2313432" cy="45079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589520" y="2011680"/>
            <a:ext cx="393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0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CampusPark
</a:t>
            </a:r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per-spot status grid
</a:t>
            </a:r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Tap any stall for confidence %
</a:t>
            </a:r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Backed by the real-trained CNN
</a:t>
            </a:r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Browser-based — no install needed</a:t>
            </a:r>
            <a:endParaRPr lang="en-US" sz="2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 demo today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not solved yet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24282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21284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5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"Properly parked" on real photos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06240" y="2212848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synthetic data (97.3%). On real, tightly-packed lots, classic CV can't reliably isolate one car from its neighbors — needs a trained detector (e.g. YOLO).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24282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7216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5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Cross-dataset generalization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06240" y="3721608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&amp; validated on PKLot only. A 5-image pilot test on CNRPark-EXT (different cameras/site) scored just 2/5 (40%) — a real, measured generalization gap. Larger sample needed for a precise number.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1206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24282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23036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5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mobile app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5230368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app is a browser-based prototype by design (fast iteration). Native packaging is a scoped, known next step.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97880" y="2011680"/>
            <a:ext cx="128016" cy="128016"/>
          </a:xfrm>
          <a:prstGeom prst="ellipse">
            <a:avLst/>
          </a:prstGeom>
          <a:solidFill>
            <a:srgbClr val="4FAE6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working, real-data-validated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4F3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parking detection system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A3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97.04% accuracy on real PKLot data  ·  live mobile demo  ·  clearly scoped next steps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2026-07-20T00:03:51Z</dcterms:created>
  <dcterms:modified xsi:type="dcterms:W3CDTF">2026-07-20T00:03:51Z</dcterms:modified>
</cp:coreProperties>
</file>